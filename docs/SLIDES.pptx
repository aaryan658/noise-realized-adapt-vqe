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Noise-realized operator selection for ADAPT-VQE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28803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cross-framework benchmark on H₂ and LiH under calibrated depolarizing noise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</a:t>
            </a:r>
            <a:pPr indent="0" marL="0">
              <a:buNone/>
            </a:pPr>
            <a:r>
              <a:rPr lang="en-US" sz="13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Department / Institution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45262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CIA-3 research project   ·   Qiskit + PennyLane   ·   STO-3G active-space simulation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585216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github.com/Aaryan658/noise-realized-adapt-vqe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talk covers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9848" y="1600200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ansatz problem in noisy VQE; how ADAPT-VQE builds a circuit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" y="2258568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energy gradient the right selection quantity under noise?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2916936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molecules, a framework-matched noise model, four selection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575304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ADAPT driver; self-tests and analytic safeguards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9848" y="4233672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baseline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qubit-ADAPT vs UCCSD, HEA and routed Qiskit ADAPT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" y="4892040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selection rules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penalty, a realised-energy score, a self-tuning 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9848" y="5550408"/>
            <a:ext cx="105549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fair test, conclusions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established and what needs a larger active space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variational eigensolver hinges on the ansatz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766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minimises ⟨ψ(θ)|H|ψ(θ)⟩ over the parameters of a quantum circuit; the reachable accuracy is set by that circuit.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shallow ansatz (hardware-efficient, HEA) cannot represent the correlated wavefunction.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chemically complete ansatz (UCCSD) needs hundreds of two-qubit gates — the state decoheres before it is measured.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ADAPT-VQE builds the circuit adaptively: add pool operators one at a time, largest energy gradient first, re-optimise after each.</a:t>
            </a:r>
            <a:endParaRPr lang="en-US" sz="1500" dirty="0"/>
          </a:p>
          <a:p>
            <a:pPr lvl="1" marL="3556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compact, problem-specific circuits at far fewer parameters than fixed UCCSD.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1783080"/>
            <a:ext cx="3943807" cy="4023360"/>
          </a:xfrm>
          <a:prstGeom prst="roundRect">
            <a:avLst>
              <a:gd name="adj" fmla="val 1391"/>
            </a:avLst>
          </a:prstGeom>
          <a:solidFill>
            <a:srgbClr val="F3F5F8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1965960"/>
            <a:ext cx="34866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trade-off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09560" y="2377440"/>
            <a:ext cx="348660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gate error, high representation error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representation error, high gate error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only what the molecule needs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ADAPT-VQE iteration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9888" y="1783080"/>
            <a:ext cx="101434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the pool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|dE/dθ| for every candidate operator on the current state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6148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761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2715768"/>
            <a:ext cx="101434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ADAPT keeps the single largest-gradient operator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694176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694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89888" y="3648456"/>
            <a:ext cx="101434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and re-optimise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operator, re-optimise all θ (here: COBYLA, gradient-free)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626864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626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9888" y="4581144"/>
            <a:ext cx="101434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convergence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 gradient norm, or — under noise — on an energy plateau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quantity in step 2 is the lever this project examines.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gradient the right thing to select on under noise?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is noise-blind: it does not know the operator's contribution will be corrupted by decoherence.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on a noisy device, the gradient is also floored near the gate-error rate — it barely ranks operators (noise-induced flat landscape).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291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52728" y="3291840"/>
            <a:ext cx="103263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vs predicted benefit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 operator by the energy it actually reaches after re-optimisation with the noise channel 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206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52728" y="4206240"/>
            <a:ext cx="103263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circuit-cost penalty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score by (1 + λ · added CNOT count) — untested in the ADAPT literature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1206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52728" y="5120640"/>
            <a:ext cx="103263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self-tuning penalty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λ a feedback controller that rises in the noise-dominated tail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criteria beyond the gradient — and the open gap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212080"/>
                <a:gridCol w="301111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noise?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ADAPT 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gradient |dE/dθ|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QEB-ADAPT 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reduction of top-n candidates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Overlap-ADAPT [13]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 with a classical target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Rotoselect [14]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noiseless energy landscape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Rossi et al. [15]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energy-based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— noise-realized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realised energy under the noise channel, per CNOT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— resource-aware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|g| / (1 + λ · CNOT cost)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44068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ADAPT variant re-optimises each candidate with the device noise applied and selects on the energy it delivers there; a CNOT-cost penalty on the score is likewise unstudied.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Molecular systems and reference energies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903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(d = 0.735 Å): full space, 4 spin-orbitals, 4 qubits.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 stretched to d = 3.0 Å, frozen core, (2e, 3o) active space, 6 qubits.</a:t>
            </a:r>
            <a:endParaRPr lang="en-US" sz="1500" dirty="0"/>
          </a:p>
          <a:p>
            <a:pPr lvl="1" marL="3556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stretched: at equilibrium the (2e,3o) space holds ~1 mHa of correlation — below chemical accuracy, every ansatz sits on Hartree-Fock.</a:t>
            </a:r>
            <a:endParaRPr lang="en-US" sz="1500" dirty="0"/>
          </a:p>
          <a:p>
            <a:pPr lvl="1" marL="355600" indent="-1778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Stretching restores 16.3 mHa of active-space correlation and a multireference state, still at 6 qubits.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Integrals: PennyLane differentiable Hartree-Fock (no PySCF on Windows). The Qiskit Hamiltonian is built from the same integrals.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 measured against the active-space FCI, not full-space FCI.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852367" cy="3291840"/>
          </a:xfrm>
          <a:prstGeom prst="roundRect">
            <a:avLst>
              <a:gd name="adj" fmla="val 1667"/>
            </a:avLst>
          </a:prstGeom>
          <a:solidFill>
            <a:srgbClr val="F3F5F8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1965960"/>
            <a:ext cx="33951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(noiseless)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2377440"/>
            <a:ext cx="3395167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dhf vs literature FCI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0.036 mHa (H₂), 0.041 mHa (LiH)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↔ PennyLane spectrum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× 10⁻¹⁴ Ha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Hartree-Fock ≥ FCI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 every case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on an equivalent footing for both frameworks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a raw FakeBackend model to Qiskit while PennyLane runs default.mixed is not comparable: different native gates, Qiskit inserts routing SWAPs, readout error does not transfer.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Instead: framework-independent depolarizing channels, rates read from real FakeManilaV2 calibration — p₁ = 3.5 × 10⁻⁴, p₂ = 1.0 × 10⁻².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PennyLane channels are the exact 16-Kraus form of Qiskit-Aer's convention, not an approximation.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applied after decomposition to {RX, RY, RZ, H, CNOT}; a runtime guard rejects a silent no-op.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8463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 × 10⁻¹⁶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5559552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probe-observable agreement between the two stacks across noise scales 0×, 1×, 4×, 20× (spread 0.42 — the test is not vacuous)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selection rules, one shared ADAPT driver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279599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for a candidate 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|g|   (gradient magnitude)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 baseline 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resource-aware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|g| / (1 + λ · CNOT cost)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— cost penalty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noise-realized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 ΔE_realised) / (1 + λ · CNOT cost)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— measured benefit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noise-realized + adaptive 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above; λ is a clamped multiplicative 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— self-tuning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023360"/>
            <a:ext cx="1105783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noise-realized: gradient-screen to the top 4, append each, re-optimise with the noise channel on, keep the best realised ΔE per CNOT; the winner's parameters are carried forward.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 reproduces standard ADAPT exactly (checked). Cost of noise-realized: ~2–2.5× gradient selection.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4/4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Gradients, optimiser, stopping, and the matched-count control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gradient: central difference on the trailing parameter at θ = 0, checked against exact parameter-shift to ~10⁻⁸ with noise present.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on default.mixed returns NaN in this stack (silently) — not used.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re-optimisation: COBYLA, gradient-free — the same optimiser as the Qiskit baselines.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stopping rules for every selection rule: gradient norm &lt; 10⁻³, and an energy-plateau rollback (ΔE &lt; 10⁻⁵ Ha, patience 2). The plateau rule is what actually fires under noise.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fixed_k mode: disables both stops, forces exactly k operators, accepts every top-scored pick — isolates operator choice from circuit length (Result 4).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and safeguards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modules, strict dependency order: molecules → noise_models → {qiskit_baselines, pennylane_resource_aware_adapt} → run_experiments → analyze_results.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_adapt_loop holds all four selection rules and fixed_k; the novel rules do not touch the standard / λ = 0 paths.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its own self-test: pool-cost spread, noise actually applied, gradient-method agreement, noiseless convergence to FCI, λ = 1 divergence, λ = 0 ≡ standard.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CSV is written row-by-row — an interrupted multi-hour run leaves usable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11057839" cy="1280160"/>
          </a:xfrm>
          <a:prstGeom prst="roundRect">
            <a:avLst>
              <a:gd name="adj" fmla="val 3571"/>
            </a:avLst>
          </a:prstGeom>
          <a:solidFill>
            <a:srgbClr val="F3F5F8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5029200"/>
            <a:ext cx="1060063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Vacuous-selection diagnostic (verify_fix.py).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sweep it checks that the cost penalty can in principle change a pick — and shows analytically that on these molecules it cannot (Result 2).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3749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molecules  ·  4 noise scales  ·  7 strategies  ·  56 free-running runs  +  a matched-k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THE ROBUST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qubit-ADAPT beats every fixed or routed baseline</a:t>
            </a:r>
            <a:endParaRPr lang="en-US" sz="2700" dirty="0"/>
          </a:p>
        </p:txBody>
      </p:sp>
      <p:pic>
        <p:nvPicPr>
          <p:cNvPr id="4" name="Image 0" descr="D:\Quantum Computing with Python\Quantum Computing Applications\CIA-3\results\novel\energy_error_vs_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1554480"/>
            <a:ext cx="8961120" cy="348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094224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error vs noise (log scale). Red / grey (solid) = PennyLane qubit-ADAPT rules; green / blue (dashed) = UCCSD and routed Qiskit ADAPT; orange = HEA.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551484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10–20×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UCCSD / HEA at every noise level, at a fraction of the two-qubit-gate count — depolarizing error tracks CNOT count, not depth [10].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WHY THE ROUTED BASELINE COLLAPSES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overhead, not the algorithm, breaks Qiskit ADAPT</a:t>
            </a:r>
            <a:endParaRPr lang="en-US" sz="2700" dirty="0"/>
          </a:p>
        </p:txBody>
      </p:sp>
      <p:pic>
        <p:nvPicPr>
          <p:cNvPr id="4" name="Image 0" descr="D:\Quantum Computing with Python\Quantum Computing Applications\CIA-3\results\novel\circuit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508760"/>
            <a:ext cx="8778240" cy="3511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065776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Transpiled depth (left) and CNOT count (right). Qubit-ADAPT rules: 10 CNOTs / depth 16 on LiH. UCCSD and Qiskit ADAPT: 272–390 CNOTs.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45896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  <a:gridCol w="337687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LiH, 0.25× noise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qubit-ADAPT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UCCSD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ADAPT (routed)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error / mHa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THE COST PENALTY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Resource-aware selection is inert — with an analytic cause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resource-aware at λ = 1 gives a byte-identical ansatz to standard ADAPT at every non-zero noise level, both molecules. λ = 0 reproduces standard exactly.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11057839" cy="1920240"/>
          </a:xfrm>
          <a:prstGeom prst="roundRect">
            <a:avLst>
              <a:gd name="adj" fmla="val 2381"/>
            </a:avLst>
          </a:prstGeom>
          <a:solidFill>
            <a:srgbClr val="F3F5F8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0632"/>
            <a:ext cx="1054577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(Brillouin + equal cost).  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excitations have zero gradient at Hartree-Fock, so the first operator is a double. In the qubit-ADAPT pool the gradient-carrying doubles (8/12 for H₂, 8/40 for LiH) all have weight 4 and cost 6 CNOTs. With the numerator varying but the denominator constant across the selectable set, |g| / (1 + λc) is a monotone rescaling of |g| — the arg-max never moves, for any λ.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do diverge for noiseless LiH from operator 6 — but under noise the plateau stop truncates the ansatz at 1–2 operators, before that point.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THE REALISED-ENERGY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Noise-realized: a small gain in the free-running sweep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2377440"/>
                <a:gridCol w="2194560"/>
                <a:gridCol w="209671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error / mHa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resource-aware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noise-realized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 + adaptive 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  0.25×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 0.25×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 0.50×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 0.00  (CNOTs)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931920"/>
            <a:ext cx="11057839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0.5–1.4 mHa more accurate than standard at 0.25× / 0.50×, at the same operator and CNOT count — a different specific Pauli string within the same excitation class survives decoherence better.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Noiselessly it reaches chemical accuracy with 26 CNOTs vs 36 — a genuine efficiency point.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 the different choice cause the gain, or does the stopping rule? → Result 4.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THE HONEST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Matched operator count: the gain does not survive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rules forced to k = 6 operators on LiH(2e,3o); both stopping rules disabled.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468880"/>
                <a:gridCol w="2743200"/>
                <a:gridCol w="182239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noise-realized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(NR − standard)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 std / NR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114800"/>
            <a:ext cx="11057839" cy="182880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279392"/>
            <a:ext cx="1054577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k the rules do pick different operators (the guardrail did not trip), but Δ is inconsistent in sign and ≤ 0.9 mHa. </a:t>
            </a:r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free-running advantage was mainly a circuit-length effect of the stopping rule, not a better operator choice. 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LiH(2e,3o) a selection-quality advantage, if any, is below what the system can resolve.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 · THE SELF-TUNING PENALTY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λ controller tracks the regime but never acts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λ reproduces fixed-λ noise-realized in every cell — identical operators and energies.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is the right shape: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26080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280160"/>
                <a:gridCol w="1280160"/>
                <a:gridCol w="1280160"/>
                <a:gridCol w="383407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 noise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matched-k 0.05× / 0.20×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λ_final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 (ceiling)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931920"/>
            <a:ext cx="11057839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climbs when operators stop paying and relaxes while they deliver — the controller works.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changes a selection: the minimal-basis pool has no cheaper, gradient-competitive operator to switch to. Needs a cost-varied pool, e.g. a (2e,5o) active space.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selection rules are not shown to work: the free-running gain is small and is attributed by the matched-k control mainly to circuit length.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and LiH(2e,3o) are too small — the noisy ansatz is 1–6 operators deep; the λ controller is never exercised.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density-matrix expectation values — no shot noise; finite sampling would add 1/√shots variance to the realised-ΔE score.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≥ 1× the device rate, no method recovers correlation energy.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molecule pair, one basis, one geometry, one noise family (depolarizing); the PennyLane sweep is scoped to ≤ 8 operators.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solid result is the pool-and-depth advantage of qubit-ADAPT over the fixed and routed baselines — a known effect, reproduced on a controlled footing.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conclusive test needs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LiH(2e,5o) — 10 qubits: a pool with a real cost-vs-gradient spread among gradient-competitive operators.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scales {0, 0.05, 0.1, 0.2}: mild enough that a deep ansatz is not immediately destroyed.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16 operators, several bond distances, and a finite-shot run (~10⁴ shots) at the best noise level.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deep-enough noisy ansatz so that operator choice past step 5 still matters.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66344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30–50×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5376672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of the present study — out of scope for the course timeline, but the natural next experiment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B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5568" y="1554480"/>
            <a:ext cx="1050919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comparative result is clear and robust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all-to-all qubit-ADAPT is 10–20× more accurate than UCCSD, HEA and routed Qiskit ADAPT under noise — depolarizing error tracks CNOT count.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B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2715768"/>
            <a:ext cx="1050919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cost-penalty rule is structurally inert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minimal-basis H₂ / LiH the gradient-carrying operators are equal cost; recorded with its analytic cause so it is not re-attempted.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B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3877056"/>
            <a:ext cx="1050919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realised-energy rule is not established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free-running gain that a matched operator-count control attributes to circuit length, not operator choice; one robust by-product — a leaner circuit at chemical accuracy noiselessly.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B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5038344"/>
            <a:ext cx="1050919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self-tuning controller is untested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the noise regime correctly but the pool has nothing cheaper for it to choose; a 10-qubit active space is required.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in the repository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github.com/Aaryan658/noise-realized-adapt-vqe — MIT licence, CITATION.cff.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validate / selftest / baseline / selection / fixed-k / figures.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these slides is a cell in results/results.csv, results_novel.csv or results_fixed_k.csv.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CPython 3.14, qiskit 2.3, qiskit-aer 0.17, pennylane 0.45, numpy 2.5, scipy 1.16.</a:t>
            </a:r>
            <a:endParaRPr lang="en-US" sz="150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write-ups: docs/REPORT.md (course report), docs/MANUSCRIPT.md (IEEE), docs/NOVEL_RESULTS.md (the matched-k control in detail).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57839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Grimsley et al. An adaptive variational algorithm for exact molecular simulations. Nat. Commun. 10, 3007 (2019).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Tang et al. Qubit-ADAPT-VQE. PRX Quantum 2, 020310 (2021).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Yordanov et al. Qubit-excitation-based adaptive VQE. Commun. Phys. 4, 228 (2021).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Long et al. Layering and subpool exploration for adaptive VQE. Phys. Rev. A 109, 042413 (2024).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Feniou et al. Overlap-ADAPT-VQE. Commun. Phys. 6, 192 (2023).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Ostaszewski et al. Structure optimization for parameterized quantum circuits (Rotoselect). Quantum 5, 391 (2021).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Rossi et al. Resource-efficient energy-based operator selection. arXiv:2606.04786 (2026).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 Wang et al. Noise-induced barren plateaus in variational quantum algorithms. Nat. Commun. 12, 6961 (2021).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 Yordanov et al. Quantifying the effect of gate errors on VQEs. npj Quantum Inf. 10, 43 (2024).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 Bergholm et al. PennyLane. arXiv:1811.04968.    [22]  Qiskit contributors, 2024.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17220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22-entry list in docs/REPORT.md § VI.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operator selection for ADAPT-VQE  ·  CIA-3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CIA-3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Noise-aware operator selection for ADAPT-VQE</dc:title>
  <dc:subject>PptxGenJS Presentation</dc:subject>
  <dc:creator>Aaryan658</dc:creator>
  <cp:lastModifiedBy>Aaryan658</cp:lastModifiedBy>
  <cp:revision>1</cp:revision>
  <dcterms:created xsi:type="dcterms:W3CDTF">2026-09-06T11:36:27Z</dcterms:created>
  <dcterms:modified xsi:type="dcterms:W3CDTF">2026-09-06T11:36:27Z</dcterms:modified>
</cp:coreProperties>
</file>